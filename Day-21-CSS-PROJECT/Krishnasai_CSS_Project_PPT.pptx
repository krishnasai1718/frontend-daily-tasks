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ai" userId="a1ad4693f6afb7f2" providerId="LiveId" clId="{EC49A038-5D84-4804-8578-AFB21471822E}"/>
    <pc:docChg chg="undo custSel modSld">
      <pc:chgData name="Krishna sai" userId="a1ad4693f6afb7f2" providerId="LiveId" clId="{EC49A038-5D84-4804-8578-AFB21471822E}" dt="2026-08-01T09:11:35.116" v="25" actId="20577"/>
      <pc:docMkLst>
        <pc:docMk/>
      </pc:docMkLst>
      <pc:sldChg chg="modSp mod">
        <pc:chgData name="Krishna sai" userId="a1ad4693f6afb7f2" providerId="LiveId" clId="{EC49A038-5D84-4804-8578-AFB21471822E}" dt="2026-08-01T09:11:35.116" v="25" actId="20577"/>
        <pc:sldMkLst>
          <pc:docMk/>
          <pc:sldMk cId="0" sldId="256"/>
        </pc:sldMkLst>
        <pc:spChg chg="mod">
          <ac:chgData name="Krishna sai" userId="a1ad4693f6afb7f2" providerId="LiveId" clId="{EC49A038-5D84-4804-8578-AFB21471822E}" dt="2026-08-01T09:11:35.116" v="25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34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4754880" cy="4754880"/>
          </a:xfrm>
          <a:prstGeom prst="ellipse">
            <a:avLst/>
          </a:prstGeom>
          <a:solidFill>
            <a:srgbClr val="0E3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120640"/>
            <a:ext cx="4754880" cy="4754880"/>
          </a:xfrm>
          <a:prstGeom prst="ellipse">
            <a:avLst/>
          </a:prstGeom>
          <a:solidFill>
            <a:srgbClr val="0E3A40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1792224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FE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Restaurant Website Built with CSS3 and HTML5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88636" y="3429000"/>
            <a:ext cx="2011680" cy="0"/>
          </a:xfrm>
          <a:prstGeom prst="line">
            <a:avLst/>
          </a:prstGeom>
          <a:noFill/>
          <a:ln w="25400">
            <a:solidFill>
              <a:srgbClr val="1BB09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3048" y="3584448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Krishnasai Doddapuneni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903" y="3977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B.Tech CSE (Data Science) | Guru Nanak Institutions, Hyderabad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-1614616" y="472287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0" y="515239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B0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HTML5 &amp; CSS3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pic>
        <p:nvPicPr>
          <p:cNvPr id="3" name="Image 0" descr="/tmp/work/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fully responsive restaurant website built entirely with HTML5 and CSS3 for Sage Kitchen.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Presents the restaurant's menu, ambience, gallery, and dining story across six linked pages.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Created by a fresher aspiring to work as a Python Full Stack Developer, to build practical front-end styling skills.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page is styled with its own dedicated CSS file — no framework, no Bootstrap, pure hand-written CSS3.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818120" y="15087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4F5F6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158191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89720" y="158191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18120" y="27889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4F5F6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286207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189720" y="28620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Hand-coded CSS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18120" y="40690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4F5F6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414223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89720" y="414223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Query Breakpoints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pic>
        <p:nvPicPr>
          <p:cNvPr id="3" name="Image 0" descr="/tmp/work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8992" y="1325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fully responsive, multi-page restaurant website.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384048" cy="384048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85432" y="1325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core CSS3 concepts — Flexbox, Grid, positioning and the box model — to real layouts.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8992" y="27432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one consistent visual identity (colour, type, spacing) across every page.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2834640"/>
            <a:ext cx="384048" cy="384048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85432" y="27432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 the menu, gallery, and dining experience with clear visual structure.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78992" y="41605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interactivity through hover effects, transitions and keyframe animations.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4251960"/>
            <a:ext cx="384048" cy="384048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85432" y="41605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Ensure the site adapts cleanly across desktop, tablet and mobile screens.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pic>
        <p:nvPicPr>
          <p:cNvPr id="3" name="Image 0" descr="/tmp/work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 Techniques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9476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Flexbox, CSS Grid, Positioning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19476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queries (992px, 768px, 480px breakpoints)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1248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41080" y="19476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Transitions, Keyframe Animations, Hover Effects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Styling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363931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Shadows, Border Radius, Gradients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8056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09160" y="363931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Google Fonts, Letter Spacing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41248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4108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641080" y="363931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Model, Semantic Sectioning, Background Overlays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pic>
        <p:nvPicPr>
          <p:cNvPr id="3" name="Image 0" descr="/tmp/work/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— Site-Wide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6-page navigation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Home, Menu, Reservations, Gallery, About and Contact, linked from a shared header on every page.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5877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grid &amp; flex layouts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cards, gallery photos, and feature sections reflow cleanly from desktop down to mobile.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75818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Animated hero banners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41422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Full-width banners with background overlays, custom fonts, and call-to-action buttons on every page.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492861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footer component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531266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consistent footer with contact details, opening hours, quick links and social icons across all pages.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— Page Content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Categorised menu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9476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menu categories from starters to beverages, each item styled as a priced card.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Chef &amp; story timeline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09160" y="19476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page journey timeline plus a meet-the-chefs team section.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248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Themed photo gallery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41080" y="19476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Featured Collection, Signature Dishes, Behind the Kitchen and Moments at Sage grids.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booking form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63931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form capturing date, time, guests and contact details.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8056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&amp; map section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09160" y="363931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Styled contact form alongside restaurant location and opening hours.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1248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4108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Animated stat counters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41080" y="363931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Recipes, chefs, customers and years of experience shown as styled stat blocks.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a 6-page nav consistently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header and footer markup and CSS identical across every page while pages lived in different folders.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16002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grid breakdowns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21488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the menu, gallery and stats grids to reflow gracefully across three breakpoints without breaking spacing.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0233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image-heavy layouts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960" y="457200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Balancing image sizing, object-fit and load performance across hero banners and gallery sections.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55080" y="3840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8F8"/>
          </a:solidFill>
          <a:ln w="12700">
            <a:solidFill>
              <a:srgbClr val="E2EB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40233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hover &amp; transition timing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629400" y="457200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card lift effects, button hovers and menu animations to feel smooth rather than abrupt.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Gained hands-on command of Flexbox and CSS Grid for real, multi-section page layouts.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Practised writing and organising large CSS files per page, rather than one shared stylesheet.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Understood how media queries and breakpoints keep a design usable on every screen size.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to use transitions, keyframe animations and hover states to add polish without JavaScript.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 stronger eye for visual consistency — colour palette, spacing, and typography across pages.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Recognised the limits of pure CSS styling — clear motivation to learn JavaScript next.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4" name="Text 1"/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— Home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01580" y="1257498"/>
            <a:ext cx="8547652" cy="484114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F"/>
            </a:solidFill>
            <a:prstDash val="solid"/>
          </a:ln>
          <a:effectLst>
            <a:outerShdw blurRad="76200" dist="25400" dir="5400000" algn="bl" rotWithShape="0">
              <a:srgbClr val="8A9A9C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114800" y="62656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33425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17473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1CF0C6A-A00D-26A8-2742-B17C0A4EB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43" y="1257498"/>
            <a:ext cx="8396578" cy="48411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A048353-3F6A-1E94-D2AC-A70F8BFF6D11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F5370A7-57D9-0EE8-4FF5-64D6C8E7C14A}"/>
              </a:ext>
            </a:extLst>
          </p:cNvPr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—Menu</a:t>
            </a:r>
            <a:endParaRPr lang="en-US" sz="2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3AAD795-E1D1-BA3C-8A33-F484B8488C67}"/>
              </a:ext>
            </a:extLst>
          </p:cNvPr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D6DB961-9CD5-EA7F-A0FB-EB3E2ECD3C58}"/>
              </a:ext>
            </a:extLst>
          </p:cNvPr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8C32F939-C215-0BAE-9DD5-86B3E8FCE043}"/>
              </a:ext>
            </a:extLst>
          </p:cNvPr>
          <p:cNvSpPr/>
          <p:nvPr/>
        </p:nvSpPr>
        <p:spPr>
          <a:xfrm>
            <a:off x="1701580" y="1257498"/>
            <a:ext cx="8547652" cy="484114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F"/>
            </a:solidFill>
            <a:prstDash val="solid"/>
          </a:ln>
          <a:effectLst>
            <a:outerShdw blurRad="76200" dist="25400" dir="5400000" algn="bl" rotWithShape="0">
              <a:srgbClr val="8A9A9C">
                <a:alpha val="35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C1484CC-C3F9-71C4-51B6-719AFE62ABEB}"/>
              </a:ext>
            </a:extLst>
          </p:cNvPr>
          <p:cNvSpPr/>
          <p:nvPr/>
        </p:nvSpPr>
        <p:spPr>
          <a:xfrm>
            <a:off x="4114800" y="62656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Page</a:t>
            </a:r>
            <a:endParaRPr lang="en-US" sz="12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B354A162-DC44-67E4-7E56-56B38589EF8C}"/>
              </a:ext>
            </a:extLst>
          </p:cNvPr>
          <p:cNvSpPr/>
          <p:nvPr/>
        </p:nvSpPr>
        <p:spPr>
          <a:xfrm>
            <a:off x="433425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E4C0E5DD-7D0C-6BB5-81DF-C172CE8C7D51}"/>
              </a:ext>
            </a:extLst>
          </p:cNvPr>
          <p:cNvSpPr/>
          <p:nvPr/>
        </p:nvSpPr>
        <p:spPr>
          <a:xfrm>
            <a:off x="817473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1C458B6F-97EB-D077-61DD-78D14F9E6C81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559AE0CC-AAA7-D31B-DAAE-7D45D180FA02}"/>
              </a:ext>
            </a:extLst>
          </p:cNvPr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675875B-DD2D-F07B-96B7-B08A47DAA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80" y="1257498"/>
            <a:ext cx="8547652" cy="484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64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9AF8EB26-7EB7-D399-CB80-DE61B1427484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94D23B1-9AD0-05FD-15B1-42DDB4E96E75}"/>
              </a:ext>
            </a:extLst>
          </p:cNvPr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—About</a:t>
            </a:r>
            <a:endParaRPr lang="en-US" sz="2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E99D5F9-41EB-3869-0F05-DF24674BA439}"/>
              </a:ext>
            </a:extLst>
          </p:cNvPr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8B136D1-B468-93F5-6F34-DEE37E676DAB}"/>
              </a:ext>
            </a:extLst>
          </p:cNvPr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E9836A3-E477-20B2-8661-60BB4C7299C7}"/>
              </a:ext>
            </a:extLst>
          </p:cNvPr>
          <p:cNvSpPr/>
          <p:nvPr/>
        </p:nvSpPr>
        <p:spPr>
          <a:xfrm>
            <a:off x="1701580" y="1257498"/>
            <a:ext cx="8547652" cy="484114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F"/>
            </a:solidFill>
            <a:prstDash val="solid"/>
          </a:ln>
          <a:effectLst>
            <a:outerShdw blurRad="76200" dist="25400" dir="5400000" algn="bl" rotWithShape="0">
              <a:srgbClr val="8A9A9C">
                <a:alpha val="35000"/>
              </a:srgbClr>
            </a:outerShdw>
          </a:effectLst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654AA27-6CCB-EF21-2538-DE6F6E6B3359}"/>
              </a:ext>
            </a:extLst>
          </p:cNvPr>
          <p:cNvSpPr/>
          <p:nvPr/>
        </p:nvSpPr>
        <p:spPr>
          <a:xfrm>
            <a:off x="4114800" y="62656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Page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60B8733-5FA2-2C3A-EC0E-37E7310977FB}"/>
              </a:ext>
            </a:extLst>
          </p:cNvPr>
          <p:cNvSpPr/>
          <p:nvPr/>
        </p:nvSpPr>
        <p:spPr>
          <a:xfrm>
            <a:off x="433425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32841A9D-0E98-5419-8F0F-FFEF51FDC388}"/>
              </a:ext>
            </a:extLst>
          </p:cNvPr>
          <p:cNvSpPr/>
          <p:nvPr/>
        </p:nvSpPr>
        <p:spPr>
          <a:xfrm>
            <a:off x="817473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067947AF-2D26-1563-BC26-01DCF3D977B7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7A3696AC-8587-5A92-096B-751645D66E93}"/>
              </a:ext>
            </a:extLst>
          </p:cNvPr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F536299-199A-D0D0-6CD1-D7CDE601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80" y="1207008"/>
            <a:ext cx="8547652" cy="49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92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58C3993-70EF-CEB2-26F6-B25E6108BA8D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0A462D1-4592-617D-47D0-0F05C0675D05}"/>
              </a:ext>
            </a:extLst>
          </p:cNvPr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— Gallery</a:t>
            </a:r>
            <a:endParaRPr lang="en-US" sz="2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AB1DF6A-8ECA-18AB-59E5-E25164F6741F}"/>
              </a:ext>
            </a:extLst>
          </p:cNvPr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9639231-4166-8666-C1D6-531E4A1661EC}"/>
              </a:ext>
            </a:extLst>
          </p:cNvPr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672873F-2AC5-4EB2-C61A-28A7EB793AAF}"/>
              </a:ext>
            </a:extLst>
          </p:cNvPr>
          <p:cNvSpPr/>
          <p:nvPr/>
        </p:nvSpPr>
        <p:spPr>
          <a:xfrm>
            <a:off x="1701580" y="1257498"/>
            <a:ext cx="8547652" cy="484114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F"/>
            </a:solidFill>
            <a:prstDash val="solid"/>
          </a:ln>
          <a:effectLst>
            <a:outerShdw blurRad="76200" dist="25400" dir="5400000" algn="bl" rotWithShape="0">
              <a:srgbClr val="8A9A9C">
                <a:alpha val="35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38248C8-7F31-F126-D0BB-60E6F95B021E}"/>
              </a:ext>
            </a:extLst>
          </p:cNvPr>
          <p:cNvSpPr/>
          <p:nvPr/>
        </p:nvSpPr>
        <p:spPr>
          <a:xfrm>
            <a:off x="4114800" y="62656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 Page</a:t>
            </a:r>
            <a:endParaRPr lang="en-US" sz="12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35968E29-E1B9-3FE6-AAE2-C55F90D12E63}"/>
              </a:ext>
            </a:extLst>
          </p:cNvPr>
          <p:cNvSpPr/>
          <p:nvPr/>
        </p:nvSpPr>
        <p:spPr>
          <a:xfrm>
            <a:off x="433425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41683951-197D-3058-3548-1E81C75FEDE0}"/>
              </a:ext>
            </a:extLst>
          </p:cNvPr>
          <p:cNvSpPr/>
          <p:nvPr/>
        </p:nvSpPr>
        <p:spPr>
          <a:xfrm>
            <a:off x="817473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56EA3DC5-6B0C-881E-CE09-37E230493B91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C8629729-CDA3-0F45-6936-5023D343074E}"/>
              </a:ext>
            </a:extLst>
          </p:cNvPr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E197C27-33D6-112D-94A9-946DC018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80" y="1257498"/>
            <a:ext cx="8547651" cy="484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9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33832DA-2C68-BA17-C675-6968F364B489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935D8DC-DD91-8A8A-3D0A-9DD1766488C2}"/>
              </a:ext>
            </a:extLst>
          </p:cNvPr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— Reservations</a:t>
            </a:r>
            <a:endParaRPr lang="en-US" sz="2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ABAD4FA-7148-9B49-FB91-FCCA3BF9E389}"/>
              </a:ext>
            </a:extLst>
          </p:cNvPr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CD17A30-276D-0EB6-CAF2-A84372D0794C}"/>
              </a:ext>
            </a:extLst>
          </p:cNvPr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1C6E52A-506F-5047-88EB-E0B0E52B136D}"/>
              </a:ext>
            </a:extLst>
          </p:cNvPr>
          <p:cNvSpPr/>
          <p:nvPr/>
        </p:nvSpPr>
        <p:spPr>
          <a:xfrm>
            <a:off x="1701580" y="1257498"/>
            <a:ext cx="8547652" cy="484114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F"/>
            </a:solidFill>
            <a:prstDash val="solid"/>
          </a:ln>
          <a:effectLst>
            <a:outerShdw blurRad="76200" dist="25400" dir="5400000" algn="bl" rotWithShape="0">
              <a:srgbClr val="8A9A9C">
                <a:alpha val="35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1A4D042-9659-4CD2-F49B-F43F41061C10}"/>
              </a:ext>
            </a:extLst>
          </p:cNvPr>
          <p:cNvSpPr/>
          <p:nvPr/>
        </p:nvSpPr>
        <p:spPr>
          <a:xfrm>
            <a:off x="4114800" y="62656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Reservations Page</a:t>
            </a:r>
            <a:endParaRPr lang="en-US" sz="12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EE27BB0-4FCB-BC23-D8C5-93D7787B8D1E}"/>
              </a:ext>
            </a:extLst>
          </p:cNvPr>
          <p:cNvSpPr/>
          <p:nvPr/>
        </p:nvSpPr>
        <p:spPr>
          <a:xfrm>
            <a:off x="433425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9C3E2EA5-DB95-B77F-C9C6-F98048916386}"/>
              </a:ext>
            </a:extLst>
          </p:cNvPr>
          <p:cNvSpPr/>
          <p:nvPr/>
        </p:nvSpPr>
        <p:spPr>
          <a:xfrm>
            <a:off x="817473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1AA713F7-1B32-7A6E-0798-7FE9939F8E5C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25470126-A125-1909-49D9-65361EDD91D2}"/>
              </a:ext>
            </a:extLst>
          </p:cNvPr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32DA411-DDB2-EBAA-F828-E5CF8FCE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80" y="1323901"/>
            <a:ext cx="8547652" cy="477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57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3C795CC-E5A9-1021-DBB9-4E8290AA44EA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4F5F6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C2A0CEE-BAB8-88D2-FBD9-6A9570BBF0C6}"/>
              </a:ext>
            </a:extLst>
          </p:cNvPr>
          <p:cNvSpPr/>
          <p:nvPr/>
        </p:nvSpPr>
        <p:spPr>
          <a:xfrm>
            <a:off x="1170432" y="3474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—Contact</a:t>
            </a:r>
            <a:endParaRPr lang="en-US" sz="2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B796FEB-DAB5-EBAA-2787-029090BBB19F}"/>
              </a:ext>
            </a:extLst>
          </p:cNvPr>
          <p:cNvSpPr/>
          <p:nvPr/>
        </p:nvSpPr>
        <p:spPr>
          <a:xfrm>
            <a:off x="8257032" y="457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6FD6D90-CAEA-0599-EC9E-5F3F16A576C7}"/>
              </a:ext>
            </a:extLst>
          </p:cNvPr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DFE6E7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6EF3D82-B835-4861-2436-5A3B33CE4F8E}"/>
              </a:ext>
            </a:extLst>
          </p:cNvPr>
          <p:cNvSpPr/>
          <p:nvPr/>
        </p:nvSpPr>
        <p:spPr>
          <a:xfrm>
            <a:off x="1701580" y="1257498"/>
            <a:ext cx="8547652" cy="4841147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F"/>
            </a:solidFill>
            <a:prstDash val="solid"/>
          </a:ln>
          <a:effectLst>
            <a:outerShdw blurRad="76200" dist="25400" dir="5400000" algn="bl" rotWithShape="0">
              <a:srgbClr val="8A9A9C">
                <a:alpha val="35000"/>
              </a:srgbClr>
            </a:outerShdw>
          </a:effectLst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96EB60A-7E96-11E0-284C-1B18FA590F41}"/>
              </a:ext>
            </a:extLst>
          </p:cNvPr>
          <p:cNvSpPr/>
          <p:nvPr/>
        </p:nvSpPr>
        <p:spPr>
          <a:xfrm>
            <a:off x="4114800" y="62656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Page</a:t>
            </a:r>
            <a:endParaRPr lang="en-US" sz="12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C0F68671-C5B9-5DDE-C3D9-AE421B65D50F}"/>
              </a:ext>
            </a:extLst>
          </p:cNvPr>
          <p:cNvSpPr/>
          <p:nvPr/>
        </p:nvSpPr>
        <p:spPr>
          <a:xfrm>
            <a:off x="433425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022D2062-0229-6641-2184-5BDED9DCA74C}"/>
              </a:ext>
            </a:extLst>
          </p:cNvPr>
          <p:cNvSpPr/>
          <p:nvPr/>
        </p:nvSpPr>
        <p:spPr>
          <a:xfrm>
            <a:off x="8174736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9061AF1F-88B0-576D-2D98-D55C9E52C361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A656FE0F-0B06-83EA-67A9-CB715CA31A08}"/>
              </a:ext>
            </a:extLst>
          </p:cNvPr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CCBDD6-F694-EB92-4C41-DFEB2A9B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80" y="1243584"/>
            <a:ext cx="8547652" cy="48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194560"/>
            <a:ext cx="4572000" cy="4572000"/>
          </a:xfrm>
          <a:prstGeom prst="ellipse">
            <a:avLst/>
          </a:prstGeom>
          <a:solidFill>
            <a:srgbClr val="0E3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303520"/>
            <a:ext cx="4572000" cy="4572000"/>
          </a:xfrm>
          <a:prstGeom prst="ellipse">
            <a:avLst/>
          </a:prstGeom>
          <a:solidFill>
            <a:srgbClr val="0E3A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548640" cy="548640"/>
          </a:xfrm>
          <a:prstGeom prst="ellipse">
            <a:avLst/>
          </a:prstGeom>
          <a:solidFill>
            <a:srgbClr val="0F7E89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7F4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Successfully built a complete, six-page restaurant website styled entirely with hand-written CSS3.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7F4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 the goal of practising and applying Flexbox, Grid, media queries, and CSS animation in one real project.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7F4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Delivers a consistent, responsive design across desktop, tablet, and mobile devices.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7F4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Provides a solid front-end styling foundation to build on with JavaScript next.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Kitchen Website  •  CSS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4754880" cy="4754880"/>
          </a:xfrm>
          <a:prstGeom prst="ellipse">
            <a:avLst/>
          </a:prstGeom>
          <a:solidFill>
            <a:srgbClr val="0E3A4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120640"/>
            <a:ext cx="4754880" cy="4754880"/>
          </a:xfrm>
          <a:prstGeom prst="ellipse">
            <a:avLst/>
          </a:prstGeom>
          <a:solidFill>
            <a:srgbClr val="0E3A4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FE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Krishnasai Doddapuneni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B.Tech CSE (Data Science) | Guru Nanak Institutions, Hyderabad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934</Words>
  <Application>Microsoft Office PowerPoint</Application>
  <PresentationFormat>Widescreen</PresentationFormat>
  <Paragraphs>152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sai</cp:lastModifiedBy>
  <cp:revision>3</cp:revision>
  <dcterms:created xsi:type="dcterms:W3CDTF">2026-08-01T03:23:44Z</dcterms:created>
  <dcterms:modified xsi:type="dcterms:W3CDTF">2026-08-01T09:11:37Z</dcterms:modified>
</cp:coreProperties>
</file>